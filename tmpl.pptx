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807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73736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</a:rPr>
              <a:t>演示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51560" y="320040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副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2026-08-14T17:46:20Z</dcterms:created>
  <dcterms:modified xsi:type="dcterms:W3CDTF">2026-08-14T17:46:20Z</dcterms:modified>
</cp:coreProperties>
</file>